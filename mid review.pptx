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974A8-3AAF-3AB4-700D-0D68C7BD6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3188D-CD01-9701-1105-ABA07A51D7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80871-A071-6A0A-3A74-9011AB5F3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3E92C-BE73-4F56-90BB-F29DCAAEADE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A1AD5-6B2C-1321-F5E8-01B75CB68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314A8-5C64-DF90-28BD-615DBAD13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4CE7-CB49-4FC1-87D6-0362417F6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26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310FB-17B9-7E22-B243-588080C2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69CD2-A55D-5330-5C72-835F4F670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0E04B-6889-C20C-468B-5523BC764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3E92C-BE73-4F56-90BB-F29DCAAEADE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8559F-5414-7542-7A5C-E78510533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2DD07-FE0E-1481-7016-5CF955269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4CE7-CB49-4FC1-87D6-0362417F6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171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B7397-AF28-CEFD-A93A-F51A8A212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0C503-7CD6-5408-0009-D2AFD1470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0A21A-50A1-9744-B59E-D19596DB2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3E92C-BE73-4F56-90BB-F29DCAAEADE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93E96-F425-7C1A-FD92-3E1FA971D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A3BE1-FDFB-83DB-B2A8-0DCC56338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4CE7-CB49-4FC1-87D6-0362417F6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07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1A15-790A-055D-20B3-C69FFC870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BCC5A-BBDA-32DA-866E-8EEC2A57B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60BB9-B87D-9CDE-FA47-D3C0920BC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411AE-63FB-A732-9D19-522BEA08A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3E92C-BE73-4F56-90BB-F29DCAAEADE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43680-E4CB-1201-3FC6-622D91862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D3DB8-B640-BD86-D889-2B85BBE2D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4CE7-CB49-4FC1-87D6-0362417F6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89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8BAAD-98F9-C77B-B713-A15811AA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52B30-C288-5B88-99DE-DFD375E13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2F4BB-0920-BF1F-0225-F4C398ABE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B17B5C-7E51-AC8D-6405-D3CE575661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794B5B-FE42-23FA-992D-DA34CD0FC7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1C2E76-F34F-0161-E4FB-14F2993FF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3E92C-BE73-4F56-90BB-F29DCAAEADE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2A546-9099-9D1B-3ACF-AB219CEB4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44888F-191D-99F0-BB41-C8CDABC57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4CE7-CB49-4FC1-87D6-0362417F6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B7D6B-D724-C838-301B-D524C0DB6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A28EE7-EBBE-2C5D-5D9D-69B81DEDD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3E92C-BE73-4F56-90BB-F29DCAAEADE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85BE3C-E03E-8A45-BE91-0AE31F7F8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8424A-CBF6-7BAF-119E-EA9A64DC7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4CE7-CB49-4FC1-87D6-0362417F6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83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6BF7CF-847A-6B92-CFFE-C4CEDD016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3E92C-BE73-4F56-90BB-F29DCAAEADE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0F6C98-9778-9D89-2291-78D8AA7A4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4D4EF-3F32-1E35-7D7B-09412192E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4CE7-CB49-4FC1-87D6-0362417F6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10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97698-EBC3-33F3-AD64-261E49FCE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4292D-AB2E-3895-4CF3-5E16F8279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3EC8E-E1C4-5ED1-D6A0-D1326E1A1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0FBD0-F21E-4A8D-97EA-F79714139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3E92C-BE73-4F56-90BB-F29DCAAEADE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8A8FAF-8A76-0F78-B24D-8D14C34D6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8A775-3FE8-E545-F517-0A8EA3BE0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4CE7-CB49-4FC1-87D6-0362417F6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5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6A60A-E642-7DB1-6514-84D0E4E3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4F6A8-B68F-D3A0-E12E-41FE60062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858AE-ED31-9EBC-DE8E-D21B6F34C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4C79E-E145-B86B-FEE0-C20901ECB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3E92C-BE73-4F56-90BB-F29DCAAEADE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83D83-EDA3-39B6-FFC1-D54900B4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9AD7D-2E76-2C34-00E5-5C108B24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4CE7-CB49-4FC1-87D6-0362417F6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99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8A9DE-3031-20E7-3121-34C9A676B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DFCBF4-ADD4-B613-4B2E-CE7035359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FAD41-F360-17E4-F231-FD0CE76A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3E92C-BE73-4F56-90BB-F29DCAAEADE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8C1F6-15A2-C9B9-D29F-8318FF935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55263-44B3-C273-862C-EE2F98A9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4CE7-CB49-4FC1-87D6-0362417F6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986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182AD7-833D-9C7A-0FA9-CABA1D47D1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A8692D-11AB-EDE0-5E4D-121B78158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E2B06-2640-F27D-467C-20849E0F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3E92C-BE73-4F56-90BB-F29DCAAEADE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87000-E2AB-6A98-C63B-D5ED5FAD0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60037-5818-991D-122C-454D3C4B2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4CE7-CB49-4FC1-87D6-0362417F6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54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240183-E881-928E-AD23-1A1DA3FCD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4A28A-1BEE-5C50-F36C-554AD658E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C4764-EC11-3D31-0501-296415A0A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3E92C-BE73-4F56-90BB-F29DCAAEADE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A818E-2F8F-C94F-AD8C-216ED3576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87C59-5974-C5D3-B497-029972A03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84CE7-CB49-4FC1-87D6-0362417F6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49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52A159-2F56-7B27-37CE-061E9FA73D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1171BC0-98E5-225B-D788-47BB21461D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D49C2A-7552-8700-C992-C23FE7084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6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0FF764-123F-4B5E-2F8C-1459FC129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311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BBE10-642D-CA84-F12C-A844F6BEE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8CCF1E-69A9-8C92-9BA0-769EC38E9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026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8A3C1-005F-898F-E814-4B50EE680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2DECFD-E480-5AB2-6CDD-4E0D7058B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129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5693D-E1F5-B672-9F2E-0ED94C890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A997F8-0711-E753-3A3D-C3422F37AD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07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620B9-9AAA-8A07-4D55-571FD06D2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62AA70-31FE-8A50-2C13-DC0D9957E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01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2CCAE-4D6C-4386-933F-3B4C6DD64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469AC2-0EEE-3AE1-69EB-B6A57B7E2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338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FF31A-C2DF-3378-CE71-4BC57C630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7F9E81-57F1-9B1B-CB55-BCCE5CB48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124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749E0-F087-A8F7-3CDD-6C9DC5364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ACC7DF-6F1F-8404-75FF-A49F70D36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29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62ECA-8B32-A987-DC1C-5313FBDC9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794E0B-E0E6-F787-CFFD-378169719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4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448F1-A6E3-06A1-1FD2-842DF464B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9EC48F-A286-1342-64E4-EAD7D1F87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CF9B9-A3FA-702D-FED6-BDBB42CE4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F9BA33-02AD-EEE6-A6E1-8B6C674F17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435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47107-11BC-44C3-99FD-F9D4B3B12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DD2CB0-5F20-B705-C842-1C1E5C55B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822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C4374-6CF0-AEC1-4188-C202BAC23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edio">
            <a:hlinkClick r:id="" action="ppaction://media"/>
            <a:extLst>
              <a:ext uri="{FF2B5EF4-FFF2-40B4-BE49-F238E27FC236}">
                <a16:creationId xmlns:a16="http://schemas.microsoft.com/office/drawing/2014/main" id="{1262A2C4-1668-F78B-9313-CDE9014B1C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7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35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C421-0058-7AA2-E502-C13885060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5FA656-BFF6-3565-DCEC-C17EC1DCD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481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Gangaprasad Urekar</dc:creator>
  <cp:lastModifiedBy>Gangaprasad Urekar</cp:lastModifiedBy>
  <cp:revision>1</cp:revision>
  <dcterms:created xsi:type="dcterms:W3CDTF">2025-09-24T09:32:52Z</dcterms:created>
  <dcterms:modified xsi:type="dcterms:W3CDTF">2025-09-24T09:32:52Z</dcterms:modified>
</cp:coreProperties>
</file>